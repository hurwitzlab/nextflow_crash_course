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media/image7.pn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3" r:id="rId3"/>
    <p:sldId id="274" r:id="rId4"/>
    <p:sldId id="257" r:id="rId5"/>
    <p:sldId id="287" r:id="rId6"/>
    <p:sldId id="259" r:id="rId7"/>
    <p:sldId id="258" r:id="rId8"/>
    <p:sldId id="260" r:id="rId9"/>
    <p:sldId id="271" r:id="rId10"/>
    <p:sldId id="270" r:id="rId11"/>
    <p:sldId id="272" r:id="rId12"/>
    <p:sldId id="276" r:id="rId13"/>
    <p:sldId id="282" r:id="rId14"/>
    <p:sldId id="283" r:id="rId15"/>
    <p:sldId id="275" r:id="rId16"/>
    <p:sldId id="285" r:id="rId17"/>
    <p:sldId id="284" r:id="rId18"/>
    <p:sldId id="286" r:id="rId19"/>
    <p:sldId id="281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9001"/>
    <a:srgbClr val="05BE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74"/>
    <p:restoredTop sz="94633"/>
  </p:normalViewPr>
  <p:slideViewPr>
    <p:cSldViewPr snapToGrid="0">
      <p:cViewPr varScale="1">
        <p:scale>
          <a:sx n="214" d="100"/>
          <a:sy n="214" d="100"/>
        </p:scale>
        <p:origin x="1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0662-0BB0-A76F-794F-8643D9E0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CE147-3464-757D-C634-403EDF83A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DFD67-4A73-06FD-272B-0E4B38450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2BB7-B796-EB2F-4893-C1800B17E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44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70457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Workshop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1105A-6A7E-46E5-55D6-D0668CD365B9}"/>
              </a:ext>
            </a:extLst>
          </p:cNvPr>
          <p:cNvSpPr txBox="1"/>
          <p:nvPr/>
        </p:nvSpPr>
        <p:spPr>
          <a:xfrm>
            <a:off x="950319" y="1533957"/>
            <a:ext cx="2101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Scalability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Resumability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Portability</a:t>
            </a:r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2DE2-F5EE-A8DC-8013-71399FC5A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37CE-B9A8-081E-B030-A1B26AB7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7244FC-66C5-6BA3-F78B-D5C8EC1C259C}"/>
              </a:ext>
            </a:extLst>
          </p:cNvPr>
          <p:cNvSpPr txBox="1"/>
          <p:nvPr/>
        </p:nvSpPr>
        <p:spPr>
          <a:xfrm>
            <a:off x="950319" y="1533957"/>
            <a:ext cx="2101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Scalability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Resumability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Portability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9864BF-15EE-EE46-47A5-B636525E77CF}"/>
              </a:ext>
            </a:extLst>
          </p:cNvPr>
          <p:cNvSpPr txBox="1"/>
          <p:nvPr/>
        </p:nvSpPr>
        <p:spPr>
          <a:xfrm>
            <a:off x="4478482" y="1695080"/>
            <a:ext cx="60950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 order to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minimize the number of manual steps 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that are required to execute an analysis workflow, computational pipelines automatically chain together multiple tools.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6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F7E96-FE70-D22B-728F-D70B24A20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9EC32-4961-26B6-1CBB-B0356014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managers</a:t>
            </a:r>
          </a:p>
        </p:txBody>
      </p:sp>
      <p:pic>
        <p:nvPicPr>
          <p:cNvPr id="4" name="Picture 3" descr="Bioinformatics Tools: Nextflow &amp; SnakeMake — — How they are integrated with  CI/CD pipeline | by MarinaYutingS | Medium">
            <a:extLst>
              <a:ext uri="{FF2B5EF4-FFF2-40B4-BE49-F238E27FC236}">
                <a16:creationId xmlns:a16="http://schemas.microsoft.com/office/drawing/2014/main" id="{D63B8BC4-A23C-F2A8-0629-3866F8A23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6" y="1690688"/>
            <a:ext cx="3791559" cy="1161499"/>
          </a:xfrm>
          <a:prstGeom prst="rect">
            <a:avLst/>
          </a:prstGeom>
        </p:spPr>
      </p:pic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116F7A-C0BC-C0C6-6B69-98848A599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15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2AA113-0B2D-413D-F5D3-6133DDFD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F376-15E0-A5A2-91D2-665EA13D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EB6169C-1E5D-C75E-9B84-F0B0ECD2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pic>
        <p:nvPicPr>
          <p:cNvPr id="4" name="Graphic 3" descr="Factory with solid fill">
            <a:extLst>
              <a:ext uri="{FF2B5EF4-FFF2-40B4-BE49-F238E27FC236}">
                <a16:creationId xmlns:a16="http://schemas.microsoft.com/office/drawing/2014/main" id="{14346623-6769-4723-F4B0-E9F8D1585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993" y="1690688"/>
            <a:ext cx="914400" cy="914400"/>
          </a:xfrm>
          <a:prstGeom prst="rect">
            <a:avLst/>
          </a:prstGeom>
        </p:spPr>
      </p:pic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7D22E2EB-9060-D28D-E613-6441A8ADA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3226" y="1912526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59600AC-D062-1E0E-6F0B-C7BB41CE29C0}"/>
              </a:ext>
            </a:extLst>
          </p:cNvPr>
          <p:cNvSpPr txBox="1"/>
          <p:nvPr/>
        </p:nvSpPr>
        <p:spPr>
          <a:xfrm>
            <a:off x="2327564" y="2185060"/>
            <a:ext cx="184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 Factories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CEF65-6996-844B-11F0-8289A7E90AAF}"/>
              </a:ext>
            </a:extLst>
          </p:cNvPr>
          <p:cNvSpPr txBox="1"/>
          <p:nvPr/>
        </p:nvSpPr>
        <p:spPr>
          <a:xfrm>
            <a:off x="8484919" y="2208810"/>
            <a:ext cx="1941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 Operators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DA36B-5D70-A986-1CD9-92D62E67EBAE}"/>
              </a:ext>
            </a:extLst>
          </p:cNvPr>
          <p:cNvSpPr txBox="1"/>
          <p:nvPr/>
        </p:nvSpPr>
        <p:spPr>
          <a:xfrm>
            <a:off x="1056904" y="3236026"/>
            <a:ext cx="125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fromPath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39F99-CE07-8BDE-6CE4-F3CC78FE4AE5}"/>
              </a:ext>
            </a:extLst>
          </p:cNvPr>
          <p:cNvSpPr txBox="1"/>
          <p:nvPr/>
        </p:nvSpPr>
        <p:spPr>
          <a:xfrm>
            <a:off x="1056904" y="3827260"/>
            <a:ext cx="1602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fromFilePairs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3D291A-883F-B30D-6564-4A808739A737}"/>
              </a:ext>
            </a:extLst>
          </p:cNvPr>
          <p:cNvSpPr txBox="1"/>
          <p:nvPr/>
        </p:nvSpPr>
        <p:spPr>
          <a:xfrm>
            <a:off x="6964878" y="3562597"/>
            <a:ext cx="811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.view()</a:t>
            </a:r>
            <a:endParaRPr lang="en-US" b="1" dirty="0"/>
          </a:p>
          <a:p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4A35EC-F58F-6CCA-A12B-F42742D112B6}"/>
              </a:ext>
            </a:extLst>
          </p:cNvPr>
          <p:cNvSpPr txBox="1"/>
          <p:nvPr/>
        </p:nvSpPr>
        <p:spPr>
          <a:xfrm>
            <a:off x="1056903" y="4567488"/>
            <a:ext cx="3779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.of(): channel containing a single value</a:t>
            </a:r>
            <a:endParaRPr lang="en-US" b="1" dirty="0"/>
          </a:p>
          <a:p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30A880-FC42-6B14-5E54-8D3CBA7A31F6}"/>
              </a:ext>
            </a:extLst>
          </p:cNvPr>
          <p:cNvSpPr txBox="1"/>
          <p:nvPr/>
        </p:nvSpPr>
        <p:spPr>
          <a:xfrm>
            <a:off x="6975907" y="392115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.map()</a:t>
            </a:r>
            <a:endParaRPr lang="en-US" b="1" dirty="0"/>
          </a:p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DDACB6-818F-6487-26A4-3FA1AFE8DC35}"/>
              </a:ext>
            </a:extLst>
          </p:cNvPr>
          <p:cNvSpPr txBox="1"/>
          <p:nvPr/>
        </p:nvSpPr>
        <p:spPr>
          <a:xfrm>
            <a:off x="6975907" y="4298268"/>
            <a:ext cx="99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.collect()</a:t>
            </a:r>
            <a:endParaRPr lang="en-US" b="1" dirty="0"/>
          </a:p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D5121-09A1-FAAA-15C0-352689C248D0}"/>
              </a:ext>
            </a:extLst>
          </p:cNvPr>
          <p:cNvSpPr txBox="1"/>
          <p:nvPr/>
        </p:nvSpPr>
        <p:spPr>
          <a:xfrm>
            <a:off x="7004692" y="4675379"/>
            <a:ext cx="996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.flatten()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2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One process’ 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.out </a:t>
            </a:r>
            <a:r>
              <a:rPr lang="en-US" b="1" dirty="0"/>
              <a:t>becomes the input of the next process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9BFA8-D8EE-D295-B7B9-932391E8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FE0E661-2BD3-89DF-550D-B70C60BF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F7C3E-6576-43D8-FD53-662984754B50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863F9B-DFD2-9059-766D-56E182E8CD9B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F92FCC-5539-EE39-36C0-3D4915A4A27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2264C-35D5-27A0-7360-682CF1B18069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51583-2806-47E0-C855-19AECB02833A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B34B03-71F3-2D08-6514-80046D6B46F5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810173-B7A8-9298-CB7A-D0A23F84F23D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113130-5894-14BA-AB16-7D4BA762DD7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77FFAD-C41C-F7D1-F646-80F62094FDE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9DF26-70B7-EDEC-AD8D-B5E186852E0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AC161-2684-6302-00DB-84EA79101E6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40E314-CF85-2025-F0FF-C2AEB9E5A192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181F3-07C9-E4FF-C596-AC71198A2F13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757762-0EF9-ACE3-716B-3E884202C543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FB309D-3BC5-39BD-1BED-E183E8940786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F8D951-FEC2-02FB-5666-DFF47785E793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0DB688-21A5-3EC9-8056-38DCA3E9F15F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D63CD917-36CD-BDE4-07E4-CD074E678248}"/>
              </a:ext>
            </a:extLst>
          </p:cNvPr>
          <p:cNvSpPr/>
          <p:nvPr/>
        </p:nvSpPr>
        <p:spPr>
          <a:xfrm>
            <a:off x="362198" y="1690688"/>
            <a:ext cx="11620006" cy="395009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C7F46B-700C-F87F-1A9B-57FDE2249463}"/>
              </a:ext>
            </a:extLst>
          </p:cNvPr>
          <p:cNvSpPr txBox="1"/>
          <p:nvPr/>
        </p:nvSpPr>
        <p:spPr>
          <a:xfrm>
            <a:off x="362198" y="1673223"/>
            <a:ext cx="576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cleaning, assembly, and kraken annotation</a:t>
            </a:r>
          </a:p>
        </p:txBody>
      </p:sp>
    </p:spTree>
    <p:extLst>
      <p:ext uri="{BB962C8B-B14F-4D97-AF65-F5344CB8AC3E}">
        <p14:creationId xmlns:p14="http://schemas.microsoft.com/office/powerpoint/2010/main" val="3878644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6C62-D015-C467-962C-0208A53E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1A8C50C-F399-B451-9499-DE6B9932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90D4F6-BFFB-27ED-C58B-7A34051E0C1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D36D7A-2E25-A098-7211-36D13EF7D351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B07B5-7133-8C8C-B740-4FBF14E3BA10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068246-EA2D-911C-3028-469BF6816646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FFF32-9658-79AC-E718-A702AB539501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36AB7-8088-3471-5E06-8E26A8771AB7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18235-E05F-9F23-D47F-013F93412F71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A933E7-982A-FA85-5222-77ADD9D0B92B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B0150-95A2-495D-357B-FA3A8577758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151EFF9-BE28-6605-09F6-CB41CD0E7999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E40B03-B884-7D36-E283-013F989E15C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E9F3D5-0D70-E7F0-49F0-91BE7E0A766A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B0DA3A-7548-A0FD-CBC6-4A7E98FB8785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0F24FC-C416-6BB3-8E0F-1D85C601F08D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C78410-C126-DF60-94BC-8FD3197CEC43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E99D19D-2006-C937-D09B-EFD5D374C51C}"/>
              </a:ext>
            </a:extLst>
          </p:cNvPr>
          <p:cNvSpPr/>
          <p:nvPr/>
        </p:nvSpPr>
        <p:spPr>
          <a:xfrm>
            <a:off x="362198" y="1690688"/>
            <a:ext cx="11620006" cy="310694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5A3329-C596-2A05-99FD-E2532974D6BC}"/>
              </a:ext>
            </a:extLst>
          </p:cNvPr>
          <p:cNvSpPr txBox="1"/>
          <p:nvPr/>
        </p:nvSpPr>
        <p:spPr>
          <a:xfrm>
            <a:off x="362198" y="1673223"/>
            <a:ext cx="3906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 and assembly</a:t>
            </a:r>
          </a:p>
        </p:txBody>
      </p:sp>
    </p:spTree>
    <p:extLst>
      <p:ext uri="{BB962C8B-B14F-4D97-AF65-F5344CB8AC3E}">
        <p14:creationId xmlns:p14="http://schemas.microsoft.com/office/powerpoint/2010/main" val="4176115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C228D-E1B2-350D-DD65-4E738110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67D6479-9865-20A8-EA1D-2A542BEF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3921-350F-2063-B0D9-E0D00E54C4F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1ECE4-0E70-D4FE-3AEE-467B2E762D60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67D46-0F11-3472-0FCE-F80701D0C45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24858-DDDA-5DED-52B0-A696EBC5CCD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FE4E3A-F212-CC5F-043A-B790E9F0304E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92A0E2-9A53-8460-B8D3-77B8D1212689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ACCD6-2070-5605-91DB-673408459166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7C6EC-4ABC-DACB-5B90-79B4C03E1B5F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2A2325-51EA-B5A4-B780-5BCCC6D80323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2FECBA-A7A6-D1F3-D273-88136F7B2CB0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E15C4B-88F9-6110-E750-B1A4F2A96B94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DCDB20-F17A-D9DC-5237-74B09228EC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6C4556-DCB5-836D-E615-22E5FC2BCDC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582806-8BF5-8E05-D6FA-B88DFB301265}"/>
              </a:ext>
            </a:extLst>
          </p:cNvPr>
          <p:cNvSpPr/>
          <p:nvPr/>
        </p:nvSpPr>
        <p:spPr>
          <a:xfrm>
            <a:off x="362198" y="1690688"/>
            <a:ext cx="11620006" cy="244786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B4131A-6792-5B60-C8CA-407B7B6EC7F4}"/>
              </a:ext>
            </a:extLst>
          </p:cNvPr>
          <p:cNvSpPr txBox="1"/>
          <p:nvPr/>
        </p:nvSpPr>
        <p:spPr>
          <a:xfrm>
            <a:off x="362198" y="1673223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</a:t>
            </a:r>
          </a:p>
        </p:txBody>
      </p:sp>
    </p:spTree>
    <p:extLst>
      <p:ext uri="{BB962C8B-B14F-4D97-AF65-F5344CB8AC3E}">
        <p14:creationId xmlns:p14="http://schemas.microsoft.com/office/powerpoint/2010/main" val="2720185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609</Words>
  <Application>Microsoft Macintosh PowerPoint</Application>
  <PresentationFormat>Widescreen</PresentationFormat>
  <Paragraphs>131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Why pipeline managers?</vt:lpstr>
      <vt:lpstr>Why pipeline managers?</vt:lpstr>
      <vt:lpstr>Pipeline managers</vt:lpstr>
      <vt:lpstr>Why Nextflow?</vt:lpstr>
      <vt:lpstr>Access to SLURM based HPC?</vt:lpstr>
      <vt:lpstr>Today’s pipeline</vt:lpstr>
      <vt:lpstr>Nextflow components: processes</vt:lpstr>
      <vt:lpstr>Processes</vt:lpstr>
      <vt:lpstr>Nextflow components: channels</vt:lpstr>
      <vt:lpstr>Channels</vt:lpstr>
      <vt:lpstr>Channels</vt:lpstr>
      <vt:lpstr>Nextflow components: workflows</vt:lpstr>
      <vt:lpstr>Workflows</vt:lpstr>
      <vt:lpstr>Workflows</vt:lpstr>
      <vt:lpstr>Workflows</vt:lpstr>
      <vt:lpstr>Nextflow components: work directory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9</cp:revision>
  <dcterms:created xsi:type="dcterms:W3CDTF">2026-08-19T19:55:00Z</dcterms:created>
  <dcterms:modified xsi:type="dcterms:W3CDTF">2026-09-01T17:52:04Z</dcterms:modified>
</cp:coreProperties>
</file>