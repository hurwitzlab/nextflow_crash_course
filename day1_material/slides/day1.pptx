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6.pn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58" r:id="rId5"/>
    <p:sldId id="260" r:id="rId6"/>
    <p:sldId id="271" r:id="rId7"/>
    <p:sldId id="270" r:id="rId8"/>
    <p:sldId id="27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BE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08"/>
    <p:restoredTop sz="94720"/>
  </p:normalViewPr>
  <p:slideViewPr>
    <p:cSldViewPr snapToGrid="0">
      <p:cViewPr>
        <p:scale>
          <a:sx n="200" d="100"/>
          <a:sy n="200" d="100"/>
        </p:scale>
        <p:origin x="71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28C2-B82D-878A-1EC0-D2E3452AA6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F0FEA8-67A3-23A3-4DB5-2B1AF6BA04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1105A-6A7E-46E5-55D6-D0668CD365B9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7E96-FE70-D22B-728F-D70B24A20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EC32-4961-26B6-1CBB-B0356014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managers</a:t>
            </a:r>
          </a:p>
        </p:txBody>
      </p:sp>
      <p:pic>
        <p:nvPicPr>
          <p:cNvPr id="4" name="Picture 3" descr="Bioinformatics Tools: Nextflow &amp; SnakeMake — — How they are integrated with  CI/CD pipeline | by MarinaYutingS | Medium">
            <a:extLst>
              <a:ext uri="{FF2B5EF4-FFF2-40B4-BE49-F238E27FC236}">
                <a16:creationId xmlns:a16="http://schemas.microsoft.com/office/drawing/2014/main" id="{D63B8BC4-A23C-F2A8-0629-3866F8A23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6" y="1690688"/>
            <a:ext cx="3791559" cy="1161499"/>
          </a:xfrm>
          <a:prstGeom prst="rect">
            <a:avLst/>
          </a:prstGeom>
        </p:spPr>
      </p:pic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116F7A-C0BC-C0C6-6B69-98848A59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15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2AA113-0B2D-413D-F5D3-6133DDFD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138</Words>
  <Application>Microsoft Macintosh PowerPoint</Application>
  <PresentationFormat>Widescreen</PresentationFormat>
  <Paragraphs>36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Why pipeline managers?</vt:lpstr>
      <vt:lpstr>Pipeline managers</vt:lpstr>
      <vt:lpstr>Why Nextflow?</vt:lpstr>
      <vt:lpstr>Access to SLURM based HPC?</vt:lpstr>
      <vt:lpstr>Today’s pipeline</vt:lpstr>
      <vt:lpstr>Nextflow components: processes</vt:lpstr>
      <vt:lpstr>Processes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2</cp:revision>
  <dcterms:created xsi:type="dcterms:W3CDTF">2026-08-19T19:55:00Z</dcterms:created>
  <dcterms:modified xsi:type="dcterms:W3CDTF">2026-08-20T16:03:15Z</dcterms:modified>
</cp:coreProperties>
</file>