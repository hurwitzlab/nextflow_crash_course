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7.pn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3" r:id="rId3"/>
    <p:sldId id="274" r:id="rId4"/>
    <p:sldId id="257" r:id="rId5"/>
    <p:sldId id="259" r:id="rId6"/>
    <p:sldId id="258" r:id="rId7"/>
    <p:sldId id="260" r:id="rId8"/>
    <p:sldId id="271" r:id="rId9"/>
    <p:sldId id="270" r:id="rId10"/>
    <p:sldId id="272" r:id="rId11"/>
    <p:sldId id="276" r:id="rId12"/>
    <p:sldId id="282" r:id="rId13"/>
    <p:sldId id="283" r:id="rId14"/>
    <p:sldId id="275" r:id="rId15"/>
    <p:sldId id="285" r:id="rId16"/>
    <p:sldId id="284" r:id="rId17"/>
    <p:sldId id="286" r:id="rId18"/>
    <p:sldId id="281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9001"/>
    <a:srgbClr val="05BE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37"/>
    <p:restoredTop sz="94720"/>
  </p:normalViewPr>
  <p:slideViewPr>
    <p:cSldViewPr snapToGrid="0">
      <p:cViewPr varScale="1">
        <p:scale>
          <a:sx n="215" d="100"/>
          <a:sy n="215" d="100"/>
        </p:scale>
        <p:origin x="1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70457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Workshop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1105A-6A7E-46E5-55D6-D0668CD365B9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7E96-FE70-D22B-728F-D70B24A20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EC32-4961-26B6-1CBB-B0356014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managers</a:t>
            </a:r>
          </a:p>
        </p:txBody>
      </p:sp>
      <p:pic>
        <p:nvPicPr>
          <p:cNvPr id="4" name="Picture 3" descr="Bioinformatics Tools: Nextflow &amp; SnakeMake — — How they are integrated with  CI/CD pipeline | by MarinaYutingS | Medium">
            <a:extLst>
              <a:ext uri="{FF2B5EF4-FFF2-40B4-BE49-F238E27FC236}">
                <a16:creationId xmlns:a16="http://schemas.microsoft.com/office/drawing/2014/main" id="{D63B8BC4-A23C-F2A8-0629-3866F8A23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6" y="1690688"/>
            <a:ext cx="3791559" cy="1161499"/>
          </a:xfrm>
          <a:prstGeom prst="rect">
            <a:avLst/>
          </a:prstGeom>
        </p:spPr>
      </p:pic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116F7A-C0BC-C0C6-6B69-98848A59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15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2AA113-0B2D-413D-F5D3-6133DDFD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993" y="1690688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3226" y="1912526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327564" y="2185060"/>
            <a:ext cx="184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484919" y="2208810"/>
            <a:ext cx="1941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1056904" y="3236026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1056904" y="3827260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6964878" y="356259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1056903" y="4567488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6975907" y="392115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6975907" y="4298268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7004692" y="4675379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574</Words>
  <Application>Microsoft Macintosh PowerPoint</Application>
  <PresentationFormat>Widescreen</PresentationFormat>
  <Paragraphs>124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Why pipeline managers?</vt:lpstr>
      <vt:lpstr>Pipeline managers</vt:lpstr>
      <vt:lpstr>Why Nextflow?</vt:lpstr>
      <vt:lpstr>Access to SLURM based HPC?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8</cp:revision>
  <dcterms:created xsi:type="dcterms:W3CDTF">2026-08-19T19:55:00Z</dcterms:created>
  <dcterms:modified xsi:type="dcterms:W3CDTF">2026-08-28T21:41:28Z</dcterms:modified>
</cp:coreProperties>
</file>